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3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8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5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8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5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2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4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3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7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1830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84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2567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45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2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6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Sales Analytics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Analysis Project</a:t>
            </a:r>
          </a:p>
          <a:p>
            <a:endParaRPr dirty="0"/>
          </a:p>
          <a:p>
            <a:r>
              <a:rPr lang="en-US" dirty="0"/>
              <a:t>Designed By :- Wani </a:t>
            </a:r>
            <a:r>
              <a:rPr dirty="0"/>
              <a:t>Umar </a:t>
            </a:r>
            <a:r>
              <a:rPr lang="en-US" dirty="0"/>
              <a:t> (</a:t>
            </a:r>
            <a:r>
              <a:rPr dirty="0"/>
              <a:t>Data Analyst</a:t>
            </a:r>
            <a:r>
              <a:rPr lang="en-US" dirty="0"/>
              <a:t>).</a:t>
            </a:r>
            <a:endParaRPr dirty="0"/>
          </a:p>
          <a:p>
            <a:endParaRPr dirty="0"/>
          </a:p>
          <a:p>
            <a:r>
              <a:rPr dirty="0"/>
              <a:t>Tools: SQL | Data Analysis | Retail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retail transaction data using SQL to understand:</a:t>
            </a:r>
          </a:p>
          <a:p>
            <a:r>
              <a:t>- Customer purchasing behavior</a:t>
            </a:r>
          </a:p>
          <a:p>
            <a:r>
              <a:t>- Product category performance</a:t>
            </a:r>
          </a:p>
          <a:p>
            <a:r>
              <a:t>- Sales trends across time</a:t>
            </a:r>
          </a:p>
          <a:p>
            <a:endParaRPr/>
          </a:p>
          <a:p>
            <a:r>
              <a:t>The analysis replicates a real-world data analyst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businesses generate large volumes of transactional data.</a:t>
            </a:r>
          </a:p>
          <a:p>
            <a:r>
              <a:t>Without analysis it is difficult to extract useful insights.</a:t>
            </a:r>
          </a:p>
          <a:p>
            <a:endParaRPr/>
          </a:p>
          <a:p>
            <a:r>
              <a:t>Key questions:</a:t>
            </a:r>
          </a:p>
          <a:p>
            <a:r>
              <a:t>- Which categories generate the most revenue?</a:t>
            </a:r>
          </a:p>
          <a:p>
            <a:r>
              <a:t>- Who are the most valuable customers?</a:t>
            </a:r>
          </a:p>
          <a:p>
            <a:r>
              <a:t>- When are sales highest?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dataset contains transaction-level retail sales data.</a:t>
            </a:r>
          </a:p>
          <a:p>
            <a:endParaRPr/>
          </a:p>
          <a:p>
            <a:r>
              <a:t>Key fields:</a:t>
            </a:r>
          </a:p>
          <a:p>
            <a:r>
              <a:t>- transaction_id</a:t>
            </a:r>
          </a:p>
          <a:p>
            <a:r>
              <a:t>- sale_date and sale_time</a:t>
            </a:r>
          </a:p>
          <a:p>
            <a:r>
              <a:t>- customer_id</a:t>
            </a:r>
          </a:p>
          <a:p>
            <a:r>
              <a:t>- gender and age</a:t>
            </a:r>
          </a:p>
          <a:p>
            <a:r>
              <a:t>- category</a:t>
            </a:r>
          </a:p>
          <a:p>
            <a:r>
              <a:t>- quantity and price_per_unit</a:t>
            </a:r>
          </a:p>
          <a:p>
            <a:r>
              <a:t>- total_sale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analysis the dataset was cleaned:</a:t>
            </a:r>
          </a:p>
          <a:p>
            <a:r>
              <a:t>- Checked for missing values</a:t>
            </a:r>
          </a:p>
          <a:p>
            <a:r>
              <a:t>- Identified incomplete records</a:t>
            </a:r>
          </a:p>
          <a:p>
            <a:r>
              <a:t>- Removed rows with null values</a:t>
            </a:r>
          </a:p>
          <a:p>
            <a:endParaRPr/>
          </a:p>
          <a:p>
            <a:r>
              <a:t>This ensured reliable and accurate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was used to understand the dataset structure.</a:t>
            </a:r>
          </a:p>
          <a:p>
            <a:endParaRPr/>
          </a:p>
          <a:p>
            <a:r>
              <a:t>Key exploration questions:</a:t>
            </a:r>
          </a:p>
          <a:p>
            <a:r>
              <a:t>- Total number of transactions</a:t>
            </a:r>
          </a:p>
          <a:p>
            <a:r>
              <a:t>- Number of unique customers</a:t>
            </a:r>
          </a:p>
          <a:p>
            <a:r>
              <a:t>- Product categories available</a:t>
            </a:r>
          </a:p>
          <a:p>
            <a:endParaRPr/>
          </a:p>
          <a:p>
            <a:r>
              <a:t>SQL queries were used to compute these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Total sales were calculated for each product category.</a:t>
            </a:r>
          </a:p>
          <a:p>
            <a:endParaRPr/>
          </a:p>
          <a:p>
            <a:r>
              <a:t>Findings:</a:t>
            </a:r>
          </a:p>
          <a:p>
            <a:r>
              <a:t>- Some categories generate significantly higher revenue</a:t>
            </a:r>
          </a:p>
          <a:p>
            <a:r>
              <a:t>- Revenue concentration exists among few categories</a:t>
            </a:r>
          </a:p>
          <a:p>
            <a:endParaRPr/>
          </a:p>
          <a:p>
            <a:r>
              <a:t>Businesses should prioritize high-performing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Demographics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purchasing behavior was analyzed by:</a:t>
            </a:r>
          </a:p>
          <a:p>
            <a:r>
              <a:t>- Gender</a:t>
            </a:r>
          </a:p>
          <a:p>
            <a:r>
              <a:t>- Age</a:t>
            </a:r>
          </a:p>
          <a:p>
            <a:r>
              <a:t>- Product category</a:t>
            </a:r>
          </a:p>
          <a:p>
            <a:endParaRPr/>
          </a:p>
          <a:p>
            <a:r>
              <a:t>This helps businesses identify target customer segments.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Value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Transactions with total sales greater than 1000 were identified.</a:t>
            </a:r>
          </a:p>
          <a:p>
            <a:endParaRPr/>
          </a:p>
          <a:p>
            <a:r>
              <a:t>These represent:</a:t>
            </a:r>
          </a:p>
          <a:p>
            <a:r>
              <a:t>- Premium purchases</a:t>
            </a:r>
          </a:p>
          <a:p>
            <a:r>
              <a:t>- Bulk buying behavior</a:t>
            </a:r>
          </a:p>
          <a:p>
            <a:endParaRPr/>
          </a:p>
          <a:p>
            <a:r>
              <a:t>These customers often have strong purchasing power.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average sales were calculated using SQL.</a:t>
            </a:r>
          </a:p>
          <a:p>
            <a:endParaRPr/>
          </a:p>
          <a:p>
            <a:r>
              <a:t>Window functions were used to rank months by performance.</a:t>
            </a:r>
          </a:p>
          <a:p>
            <a:endParaRPr/>
          </a:p>
          <a:p>
            <a:r>
              <a:t>This analysis identifies seasonal sales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Customers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were ranked based on total purchase value.</a:t>
            </a:r>
          </a:p>
          <a:p>
            <a:endParaRPr/>
          </a:p>
          <a:p>
            <a:r>
              <a:t>The top five customers contribute significant revenue.</a:t>
            </a:r>
          </a:p>
          <a:p>
            <a:endParaRPr/>
          </a:p>
          <a:p>
            <a:r>
              <a:t>These customers represent high-value segments.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Time of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Transactions were grouped into three time shifts:</a:t>
            </a:r>
          </a:p>
          <a:p>
            <a:r>
              <a:t>- Morning (Before 12 PM)</a:t>
            </a:r>
          </a:p>
          <a:p>
            <a:r>
              <a:t>- Afternoon (12 PM – 5 PM)</a:t>
            </a:r>
          </a:p>
          <a:p>
            <a:r>
              <a:t>- Evening (After 5 PM)</a:t>
            </a:r>
          </a:p>
          <a:p>
            <a:endParaRPr/>
          </a:p>
          <a:p>
            <a:r>
              <a:t>This reveals daily shopping behavior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insights discovered:</a:t>
            </a:r>
          </a:p>
          <a:p>
            <a:r>
              <a:t>- Revenue concentrated in few product categories</a:t>
            </a:r>
          </a:p>
          <a:p>
            <a:r>
              <a:t>- Small number of customers generate large revenue share</a:t>
            </a:r>
          </a:p>
          <a:p>
            <a:r>
              <a:t>- Premium purchases exist in the dataset</a:t>
            </a:r>
          </a:p>
          <a:p>
            <a:r>
              <a:t>- Sales vary across time of 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retailers should:</a:t>
            </a:r>
          </a:p>
          <a:p>
            <a:r>
              <a:t>- Focus inventory on high-performing categories</a:t>
            </a:r>
          </a:p>
          <a:p>
            <a:r>
              <a:t>- Create loyalty programs for top customers</a:t>
            </a:r>
          </a:p>
          <a:p>
            <a:r>
              <a:t>- Align staffing with peak sales hours</a:t>
            </a:r>
          </a:p>
          <a:p>
            <a:r>
              <a:t>- Develop premium product offerings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SQL can transform raw retail data</a:t>
            </a:r>
          </a:p>
          <a:p>
            <a:r>
              <a:t>into actionable business insights.</a:t>
            </a:r>
          </a:p>
          <a:p>
            <a:endParaRPr/>
          </a:p>
          <a:p>
            <a:r>
              <a:t>The analysis highlights the importance of data-driven decisions</a:t>
            </a:r>
          </a:p>
          <a:p>
            <a:r>
              <a:t>in retail strategy and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815" y="2057400"/>
            <a:ext cx="6347714" cy="2025904"/>
          </a:xfrm>
        </p:spPr>
        <p:txBody>
          <a:bodyPr>
            <a:noAutofit/>
          </a:bodyPr>
          <a:lstStyle/>
          <a:p>
            <a:r>
              <a:rPr sz="96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514</Words>
  <Application>Microsoft Office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Retail Sales Analytics Using SQL</vt:lpstr>
      <vt:lpstr>Project Overview</vt:lpstr>
      <vt:lpstr>Business Problem</vt:lpstr>
      <vt:lpstr>Dataset Overview</vt:lpstr>
      <vt:lpstr>Data Cleaning Process</vt:lpstr>
      <vt:lpstr>Exploratory Data Analysis</vt:lpstr>
      <vt:lpstr>Category Performance Analysis</vt:lpstr>
      <vt:lpstr>Customer Demographics Analysis</vt:lpstr>
      <vt:lpstr>High Value Transactions</vt:lpstr>
      <vt:lpstr>Monthly Sales Trends</vt:lpstr>
      <vt:lpstr>Top Customers by Revenue</vt:lpstr>
      <vt:lpstr>Sales by Time of Day</vt:lpstr>
      <vt:lpstr>Key Insights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3</cp:revision>
  <dcterms:created xsi:type="dcterms:W3CDTF">2013-01-27T09:14:16Z</dcterms:created>
  <dcterms:modified xsi:type="dcterms:W3CDTF">2026-03-08T05:33:38Z</dcterms:modified>
  <cp:category/>
</cp:coreProperties>
</file>